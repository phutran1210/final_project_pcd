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  <p:sldId id="259" r:id="rId4"/>
    <p:sldId id="261" r:id="rId5"/>
    <p:sldId id="262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301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956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566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737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273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827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8624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1370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556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254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5644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7401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24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5252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229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2336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783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38AC02-F5F8-4555-A91C-A687618333EB}" type="datetimeFigureOut">
              <a:rPr lang="vi-VN" smtClean="0"/>
              <a:t>02/10/2020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61967-46D6-4E87-99F5-0D0D7DBC42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40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914" y="0"/>
            <a:ext cx="9144000" cy="1458686"/>
          </a:xfrm>
        </p:spPr>
        <p:txBody>
          <a:bodyPr>
            <a:normAutofit/>
          </a:bodyPr>
          <a:lstStyle/>
          <a:p>
            <a:pPr algn="ctr"/>
            <a:r>
              <a:rPr lang="vi-VN" sz="4800" b="1" dirty="0" smtClean="0"/>
              <a:t>TRƯỜNG ĐẠI HỌC VĂN HIẾN</a:t>
            </a:r>
            <a:br>
              <a:rPr lang="vi-VN" sz="4800" b="1" dirty="0" smtClean="0"/>
            </a:br>
            <a:r>
              <a:rPr lang="vi-VN" sz="2400" b="1" dirty="0" smtClean="0"/>
              <a:t>KHOA </a:t>
            </a:r>
            <a:r>
              <a:rPr lang="vi-VN" sz="2400" b="1" dirty="0" smtClean="0"/>
              <a:t>CÔNG NGHỆ THÔNG TIN</a:t>
            </a:r>
            <a:endParaRPr lang="vi-VN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29958"/>
            <a:ext cx="9144000" cy="1870841"/>
          </a:xfrm>
        </p:spPr>
        <p:txBody>
          <a:bodyPr>
            <a:normAutofit/>
          </a:bodyPr>
          <a:lstStyle/>
          <a:p>
            <a:pPr algn="l"/>
            <a:r>
              <a:rPr lang="vi-VN" sz="2000" dirty="0" smtClean="0">
                <a:solidFill>
                  <a:schemeClr val="tx1"/>
                </a:solidFill>
                <a:latin typeface="+mj-lt"/>
              </a:rPr>
              <a:t>GVHD: </a:t>
            </a:r>
            <a:r>
              <a:rPr lang="vi-VN" sz="2000" dirty="0">
                <a:solidFill>
                  <a:schemeClr val="tx1"/>
                </a:solidFill>
                <a:latin typeface="+mj-lt"/>
              </a:rPr>
              <a:t>ThS. </a:t>
            </a:r>
            <a:r>
              <a:rPr lang="vi-VN" sz="2000" dirty="0" smtClean="0">
                <a:solidFill>
                  <a:schemeClr val="tx1"/>
                </a:solidFill>
                <a:latin typeface="+mj-lt"/>
              </a:rPr>
              <a:t>NGUYỄN THỊ NAM</a:t>
            </a:r>
          </a:p>
          <a:p>
            <a:pPr algn="l"/>
            <a:r>
              <a:rPr lang="vi-VN" sz="2000" dirty="0" smtClean="0">
                <a:solidFill>
                  <a:schemeClr val="tx1"/>
                </a:solidFill>
                <a:latin typeface="+mj-lt"/>
              </a:rPr>
              <a:t>SINH VIÊN: NGUYỄN AN HÒA</a:t>
            </a:r>
          </a:p>
          <a:p>
            <a:pPr algn="l"/>
            <a:r>
              <a:rPr lang="vi-VN" sz="2000" dirty="0" smtClean="0">
                <a:solidFill>
                  <a:schemeClr val="tx1"/>
                </a:solidFill>
                <a:latin typeface="+mj-lt"/>
              </a:rPr>
              <a:t>MSSV: 161A010029</a:t>
            </a:r>
          </a:p>
          <a:p>
            <a:pPr algn="l"/>
            <a:r>
              <a:rPr lang="vi-VN" sz="2000" dirty="0" smtClean="0">
                <a:solidFill>
                  <a:schemeClr val="tx1"/>
                </a:solidFill>
                <a:latin typeface="+mj-lt"/>
              </a:rPr>
              <a:t>LỚP: 161A0101</a:t>
            </a:r>
            <a:endParaRPr lang="vi-VN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4000" y="2547256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200" b="1" dirty="0" smtClean="0">
                <a:latin typeface="+mj-lt"/>
              </a:rPr>
              <a:t>ĐỒ ÁN</a:t>
            </a:r>
            <a:r>
              <a:rPr lang="vi-VN" sz="2200" b="1" dirty="0" smtClean="0">
                <a:latin typeface="+mj-lt"/>
              </a:rPr>
              <a:t> </a:t>
            </a:r>
            <a:r>
              <a:rPr lang="vi-VN" sz="2200" b="1" dirty="0">
                <a:latin typeface="+mj-lt"/>
              </a:rPr>
              <a:t>TỐT NGHIỆP CÔNG NGHỆ THÔNG TIN</a:t>
            </a:r>
            <a:br>
              <a:rPr lang="vi-VN" sz="2200" b="1" dirty="0">
                <a:latin typeface="+mj-lt"/>
              </a:rPr>
            </a:br>
            <a:r>
              <a:rPr lang="vi-VN" sz="2200" b="1" dirty="0">
                <a:latin typeface="+mj-lt"/>
              </a:rPr>
              <a:t/>
            </a:r>
            <a:br>
              <a:rPr lang="vi-VN" sz="2200" b="1" dirty="0">
                <a:latin typeface="+mj-lt"/>
              </a:rPr>
            </a:br>
            <a:r>
              <a:rPr lang="vi-VN" sz="2200" dirty="0">
                <a:latin typeface="+mj-lt"/>
              </a:rPr>
              <a:t>BÁO CÁO: XẬY DỰNG WEBSITE BÁN ỐP LƯNG ĐIỆN THOẠI</a:t>
            </a:r>
          </a:p>
        </p:txBody>
      </p:sp>
      <p:pic>
        <p:nvPicPr>
          <p:cNvPr id="1026" name="Picture 2" descr="https://upload.wikimedia.org/wikipedia/commons/4/40/Logo_Tr%C6%B0%E1%BB%9Dng_%C4%90%E1%BA%A1i_H%E1%BB%8Dc_V%C4%83n_Hi%E1%BA%BF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263"/>
            <a:ext cx="1635287" cy="16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56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NỘI DUNG CHÍNH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sz="2400" dirty="0" smtClean="0"/>
              <a:t>Khảo sát hiện trạng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sz="2400" dirty="0" smtClean="0"/>
              <a:t>Ngôn ngữ và ứng dụng sử dụng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sz="2400" dirty="0" smtClean="0"/>
              <a:t>Demo website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66453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1. KHẢO SÁT HIỆN TRẠNG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32858"/>
            <a:ext cx="10065431" cy="461554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Đáp ứng nhu cầu mua hàng hiện nay.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khách hàng là những người dùng điện thoại iPhone.</a:t>
            </a:r>
          </a:p>
        </p:txBody>
      </p:sp>
    </p:spTree>
    <p:extLst>
      <p:ext uri="{BB962C8B-B14F-4D97-AF65-F5344CB8AC3E}">
        <p14:creationId xmlns:p14="http://schemas.microsoft.com/office/powerpoint/2010/main" val="219487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KHẢO SÁT HIỆN TRẠNG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3962399" cy="4195481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vi-VN" dirty="0" smtClean="0"/>
              <a:t>Giao diện thân thiện, dễ sử dụng.</a:t>
            </a:r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08"/>
          <a:stretch/>
        </p:blipFill>
        <p:spPr>
          <a:xfrm>
            <a:off x="5065711" y="1369351"/>
            <a:ext cx="5776459" cy="510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8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KHẢO SÁT HIỆN TRẠNG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vi-VN" dirty="0" smtClean="0"/>
              <a:t>Dễ quản lý.</a:t>
            </a:r>
            <a:endParaRPr lang="vi-V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85" y="1389723"/>
            <a:ext cx="7755703" cy="508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6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0" y="452718"/>
            <a:ext cx="10032775" cy="1400530"/>
          </a:xfrm>
        </p:spPr>
        <p:txBody>
          <a:bodyPr/>
          <a:lstStyle/>
          <a:p>
            <a:r>
              <a:rPr lang="vi-VN" sz="4000" dirty="0" smtClean="0"/>
              <a:t>2. NGÔN NGỮ VÀ ỨNG DỤNG SỬ DỤNG</a:t>
            </a:r>
            <a:endParaRPr lang="vi-V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1219200"/>
            <a:ext cx="2932660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 smtClean="0"/>
              <a:t>Ngôn ngữ: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smtClean="0"/>
              <a:t>HTML, CSS, JS.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mtClean="0"/>
              <a:t>PHP.</a:t>
            </a:r>
            <a:endParaRPr lang="vi-VN" dirty="0" smtClean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 smtClean="0"/>
              <a:t>Ứng dụng: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smtClean="0"/>
              <a:t>Visual Studio Code.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smtClean="0"/>
              <a:t>XAMPP.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dirty="0" smtClean="0"/>
              <a:t>Framework: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 smtClean="0"/>
              <a:t>Bootstrap, Ckeditor.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033" y="1219200"/>
            <a:ext cx="3005958" cy="30059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991" y="1578431"/>
            <a:ext cx="3007821" cy="15941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483" y="4320912"/>
            <a:ext cx="1558158" cy="15581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577" y="3172576"/>
            <a:ext cx="1442216" cy="13732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212" y="3249349"/>
            <a:ext cx="1869189" cy="186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0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3. Demo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186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697" y="452717"/>
            <a:ext cx="8723586" cy="5916551"/>
          </a:xfrm>
        </p:spPr>
        <p:txBody>
          <a:bodyPr anchor="ctr"/>
          <a:lstStyle/>
          <a:p>
            <a:pPr algn="ctr"/>
            <a:r>
              <a:rPr lang="vi-VN" dirty="0" smtClean="0"/>
              <a:t>CÁM ƠN THẦY CÔ VÀ CÁC BẠN ĐÃ CÙNG LẮNG NGHE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2514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416</TotalTime>
  <Words>168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Courier New</vt:lpstr>
      <vt:lpstr>Times New Roman</vt:lpstr>
      <vt:lpstr>Wingdings 3</vt:lpstr>
      <vt:lpstr>Ion</vt:lpstr>
      <vt:lpstr>TRƯỜNG ĐẠI HỌC VĂN HIẾN KHOA CÔNG NGHỆ THÔNG TIN</vt:lpstr>
      <vt:lpstr>NỘI DUNG CHÍNH</vt:lpstr>
      <vt:lpstr>1. KHẢO SÁT HIỆN TRẠNG</vt:lpstr>
      <vt:lpstr>1. KHẢO SÁT HIỆN TRẠNG</vt:lpstr>
      <vt:lpstr>1. KHẢO SÁT HIỆN TRẠNG</vt:lpstr>
      <vt:lpstr>2. NGÔN NGỮ VÀ ỨNG DỤNG SỬ DỤNG</vt:lpstr>
      <vt:lpstr>3. Demo</vt:lpstr>
      <vt:lpstr>CÁM ƠN THẦY CÔ VÀ CÁC BẠN ĐÃ CÙNG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VĂN HIẾN KHOA KỸ THUẬT – CÔNG NGHỆ   KHÓA LUẬN TỐT NGHIỆP CÔNG NGHỆ THÔNG TIN  BÁO CÁO: XẬY DỰNG WEBSITE BÁN ỐP LƯNG ĐIỆN THOẠI </dc:title>
  <dc:creator>Hòa Nguyễn</dc:creator>
  <cp:lastModifiedBy>Hòa Nguyễn</cp:lastModifiedBy>
  <cp:revision>18</cp:revision>
  <dcterms:created xsi:type="dcterms:W3CDTF">2020-08-31T06:27:48Z</dcterms:created>
  <dcterms:modified xsi:type="dcterms:W3CDTF">2020-10-02T05:12:38Z</dcterms:modified>
</cp:coreProperties>
</file>